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dea0622-16e0-3650-b82e-0dbc9068076b}">
          <p14:sldIdLst>
            <p14:sldId id="256"/>
          </p14:sldIdLst>
        </p14:section>
        <p14:section name="Overview" id="{3e651404-c8f0-6a82-a62b-6be4d54044ca}">
          <p14:sldIdLst>
            <p14:sldId id="257"/>
          </p14:sldIdLst>
        </p14:section>
        <p14:section name="Design" id="{fbe27be5-b7bd-3384-09cc-e57b03f23d18}">
          <p14:sldIdLst>
            <p14:sldId id="258"/>
            <p14:sldId id="259"/>
          </p14:sldIdLst>
        </p14:section>
        <p14:section name="Implementation" id="{d0283ee8-3bdb-db88-6fbc-60952e30d1ad}">
          <p14:sldIdLst>
            <p14:sldId id="260"/>
            <p14:sldId id="261"/>
            <p14:sldId id="262"/>
            <p14:sldId id="263"/>
          </p14:sldIdLst>
        </p14:section>
        <p14:section name="Implementation" id="{a1ccc05d-2d6e-5795-0202-c889efb1436f}">
          <p14:sldIdLst/>
        </p14:section>
        <p14:section name="Implementation" id="{e3cd1574-bcd7-d8a0-8a70-3db57a66e583}">
          <p14:sldIdLst/>
        </p14:section>
        <p14:section name="Implementation" id="{c98849d5-31b6-a927-26fb-ba372552be35}">
          <p14:sldIdLst/>
        </p14:section>
        <p14:section name="Result" id="{913a521d-05d3-2400-af5f-8e22398d6694}">
          <p14:sldIdLst>
            <p14:sldId id="264"/>
          </p14:sldIdLst>
        </p14:section>
        <p14:section name="Conclusion" id="{ba5ff0ce-1957-98f7-1896-0fdabeb2e104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://q1-project-buckket.s3-website.ap-south-1.amazonaws.com" TargetMode="Externa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ircle"/>
          <p:cNvSpPr/>
          <p:nvPr/>
        </p:nvSpPr>
        <p:spPr>
          <a:xfrm>
            <a:off x="548640" y="9144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text"/>
          <p:cNvSpPr txBox="1"/>
          <p:nvPr/>
        </p:nvSpPr>
        <p:spPr>
          <a:xfrm>
            <a:off x="54864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2600" dirty="0"/>
          </a:p>
        </p:txBody>
      </p:sp>
      <p:sp>
        <p:nvSpPr>
          <p:cNvPr id="4" name="Deck title"/>
          <p:cNvSpPr txBox="1"/>
          <p:nvPr/>
        </p:nvSpPr>
        <p:spPr>
          <a:xfrm>
            <a:off x="548640" y="20116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Website Hosting on Amazon S3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· Hosting HTML, CSS and JavaScript from an S3 bucket</a:t>
            </a:r>
            <a:endParaRPr lang="en-US" sz="1800" dirty="0"/>
          </a:p>
        </p:txBody>
      </p:sp>
      <p:sp>
        <p:nvSpPr>
          <p:cNvPr id="6" name="Region line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Asia Pacific (Mumbai) ap-south-1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Project overview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45720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badge 1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ard number 1"/>
          <p:cNvSpPr txBox="1"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ard title 1"/>
          <p:cNvSpPr txBox="1"/>
          <p:nvPr/>
        </p:nvSpPr>
        <p:spPr>
          <a:xfrm>
            <a:off x="731520" y="2331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20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8346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 static website on Amazon S3 and make it reachable from any browser.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 badge 2"/>
          <p:cNvSpPr/>
          <p:nvPr/>
        </p:nvSpPr>
        <p:spPr>
          <a:xfrm>
            <a:off x="356616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ard number 2"/>
          <p:cNvSpPr txBox="1"/>
          <p:nvPr/>
        </p:nvSpPr>
        <p:spPr>
          <a:xfrm>
            <a:off x="35661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Card title 2"/>
          <p:cNvSpPr txBox="1"/>
          <p:nvPr/>
        </p:nvSpPr>
        <p:spPr>
          <a:xfrm>
            <a:off x="3566160" y="2331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used</a:t>
            </a:r>
            <a:endParaRPr lang="en-US" sz="2000" dirty="0"/>
          </a:p>
        </p:txBody>
      </p:sp>
      <p:sp>
        <p:nvSpPr>
          <p:cNvPr id="12" name="Card body 2"/>
          <p:cNvSpPr txBox="1"/>
          <p:nvPr/>
        </p:nvSpPr>
        <p:spPr>
          <a:xfrm>
            <a:off x="3566160" y="28346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for storage, static website hosting and a bucket policy for public read.</a:t>
            </a:r>
            <a:endParaRPr lang="en-US" sz="1400" dirty="0"/>
          </a:p>
        </p:txBody>
      </p:sp>
      <p:sp>
        <p:nvSpPr>
          <p:cNvPr id="13" name="Card 3"/>
          <p:cNvSpPr/>
          <p:nvPr/>
        </p:nvSpPr>
        <p:spPr>
          <a:xfrm>
            <a:off x="612648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ard badge 3"/>
          <p:cNvSpPr/>
          <p:nvPr/>
        </p:nvSpPr>
        <p:spPr>
          <a:xfrm>
            <a:off x="64008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Card number 3"/>
          <p:cNvSpPr txBox="1"/>
          <p:nvPr/>
        </p:nvSpPr>
        <p:spPr>
          <a:xfrm>
            <a:off x="64008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Card title 3"/>
          <p:cNvSpPr txBox="1"/>
          <p:nvPr/>
        </p:nvSpPr>
        <p:spPr>
          <a:xfrm>
            <a:off x="6400800" y="2331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2000" dirty="0"/>
          </a:p>
        </p:txBody>
      </p:sp>
      <p:sp>
        <p:nvSpPr>
          <p:cNvPr id="17" name="Card body 3"/>
          <p:cNvSpPr txBox="1"/>
          <p:nvPr/>
        </p:nvSpPr>
        <p:spPr>
          <a:xfrm>
            <a:off x="6400800" y="28346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site with a page, styling and a button that shows the current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it works</a:t>
            </a:r>
            <a:endParaRPr lang="en-US" sz="3200" dirty="0"/>
          </a:p>
        </p:txBody>
      </p:sp>
      <p:sp>
        <p:nvSpPr>
          <p:cNvPr id="3" name="Flow box 1"/>
          <p:cNvSpPr/>
          <p:nvPr/>
        </p:nvSpPr>
        <p:spPr>
          <a:xfrm>
            <a:off x="457200" y="1554480"/>
            <a:ext cx="2377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low title 1"/>
          <p:cNvSpPr txBox="1"/>
          <p:nvPr/>
        </p:nvSpPr>
        <p:spPr>
          <a:xfrm>
            <a:off x="59436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files</a:t>
            </a:r>
            <a:endParaRPr lang="en-US" sz="1800" dirty="0"/>
          </a:p>
        </p:txBody>
      </p:sp>
      <p:sp>
        <p:nvSpPr>
          <p:cNvPr id="5" name="Flow body 1"/>
          <p:cNvSpPr txBox="1"/>
          <p:nvPr/>
        </p:nvSpPr>
        <p:spPr>
          <a:xfrm>
            <a:off x="594360" y="22402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</a:t>
            </a:r>
            <a:endParaRPr lang="en-US" sz="1400" dirty="0"/>
          </a:p>
        </p:txBody>
      </p:sp>
      <p:sp>
        <p:nvSpPr>
          <p:cNvPr id="6" name="Flow box 2"/>
          <p:cNvSpPr/>
          <p:nvPr/>
        </p:nvSpPr>
        <p:spPr>
          <a:xfrm>
            <a:off x="3566160" y="1554480"/>
            <a:ext cx="2377440" cy="2011680"/>
          </a:xfrm>
          <a:prstGeom prst="roundRect">
            <a:avLst>
              <a:gd name="adj" fmla="val 54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low title 2"/>
          <p:cNvSpPr txBox="1"/>
          <p:nvPr/>
        </p:nvSpPr>
        <p:spPr>
          <a:xfrm>
            <a:off x="370332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S3 bucket</a:t>
            </a:r>
            <a:endParaRPr lang="en-US" sz="1800" dirty="0"/>
          </a:p>
        </p:txBody>
      </p:sp>
      <p:sp>
        <p:nvSpPr>
          <p:cNvPr id="8" name="Flow body 2"/>
          <p:cNvSpPr txBox="1"/>
          <p:nvPr/>
        </p:nvSpPr>
        <p:spPr>
          <a:xfrm>
            <a:off x="3703320" y="22402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q1-project-buckket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 hosting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Public-read policy</a:t>
            </a:r>
            <a:endParaRPr lang="en-US" sz="1400" dirty="0"/>
          </a:p>
        </p:txBody>
      </p:sp>
      <p:sp>
        <p:nvSpPr>
          <p:cNvPr id="9" name="Flow box 3"/>
          <p:cNvSpPr/>
          <p:nvPr/>
        </p:nvSpPr>
        <p:spPr>
          <a:xfrm>
            <a:off x="6675120" y="1554480"/>
            <a:ext cx="2377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Flow title 3"/>
          <p:cNvSpPr txBox="1"/>
          <p:nvPr/>
        </p:nvSpPr>
        <p:spPr>
          <a:xfrm>
            <a:off x="681228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Visitor's browser</a:t>
            </a:r>
            <a:endParaRPr lang="en-US" sz="1800" dirty="0"/>
          </a:p>
        </p:txBody>
      </p:sp>
      <p:sp>
        <p:nvSpPr>
          <p:cNvPr id="11" name="Flow body 3"/>
          <p:cNvSpPr txBox="1"/>
          <p:nvPr/>
        </p:nvSpPr>
        <p:spPr>
          <a:xfrm>
            <a:off x="6812280" y="22402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bucket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endpoint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HTTP</a:t>
            </a:r>
            <a:endParaRPr lang="en-US" sz="1400" dirty="0"/>
          </a:p>
        </p:txBody>
      </p:sp>
      <p:sp>
        <p:nvSpPr>
          <p:cNvPr id="12" name="Flow arrow 1"/>
          <p:cNvSpPr/>
          <p:nvPr/>
        </p:nvSpPr>
        <p:spPr>
          <a:xfrm>
            <a:off x="2880360" y="2560320"/>
            <a:ext cx="640080" cy="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Flow arrow 2"/>
          <p:cNvSpPr/>
          <p:nvPr/>
        </p:nvSpPr>
        <p:spPr>
          <a:xfrm>
            <a:off x="5989320" y="2560320"/>
            <a:ext cx="640080" cy="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4" name="Arrow label 1"/>
          <p:cNvSpPr txBox="1"/>
          <p:nvPr/>
        </p:nvSpPr>
        <p:spPr>
          <a:xfrm>
            <a:off x="2880360" y="2194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</p:txBody>
      </p:sp>
      <p:sp>
        <p:nvSpPr>
          <p:cNvPr id="15" name="Arrow label 2"/>
          <p:cNvSpPr txBox="1"/>
          <p:nvPr/>
        </p:nvSpPr>
        <p:spPr>
          <a:xfrm>
            <a:off x="5989320" y="2194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100" dirty="0"/>
          </a:p>
        </p:txBody>
      </p:sp>
      <p:sp>
        <p:nvSpPr>
          <p:cNvPr id="16" name="Takeaway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stores the files and serves them directly as a website, with no web server to manage.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website files</a:t>
            </a:r>
            <a:endParaRPr lang="en-US" sz="3200" dirty="0"/>
          </a:p>
        </p:txBody>
      </p:sp>
      <p:sp>
        <p:nvSpPr>
          <p:cNvPr id="3" name="File row 1"/>
          <p:cNvSpPr/>
          <p:nvPr/>
        </p:nvSpPr>
        <p:spPr>
          <a:xfrm>
            <a:off x="457200" y="1325880"/>
            <a:ext cx="8229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ile chip 1"/>
          <p:cNvSpPr/>
          <p:nvPr/>
        </p:nvSpPr>
        <p:spPr>
          <a:xfrm>
            <a:off x="685800" y="1554480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File name 1"/>
          <p:cNvSpPr txBox="1"/>
          <p:nvPr/>
        </p:nvSpPr>
        <p:spPr>
          <a:xfrm>
            <a:off x="68580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500" dirty="0"/>
          </a:p>
        </p:txBody>
      </p:sp>
      <p:sp>
        <p:nvSpPr>
          <p:cNvPr id="6" name="File description 1"/>
          <p:cNvSpPr txBox="1"/>
          <p:nvPr/>
        </p:nvSpPr>
        <p:spPr>
          <a:xfrm>
            <a:off x="2697480" y="13258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structure: heading, message text and a "Show current time" button.</a:t>
            </a:r>
            <a:endParaRPr lang="en-US" sz="1500" dirty="0"/>
          </a:p>
        </p:txBody>
      </p:sp>
      <p:sp>
        <p:nvSpPr>
          <p:cNvPr id="7" name="File row 2"/>
          <p:cNvSpPr/>
          <p:nvPr/>
        </p:nvSpPr>
        <p:spPr>
          <a:xfrm>
            <a:off x="457200" y="2423160"/>
            <a:ext cx="8229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ile chip 2"/>
          <p:cNvSpPr/>
          <p:nvPr/>
        </p:nvSpPr>
        <p:spPr>
          <a:xfrm>
            <a:off x="685800" y="2651760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File name 2"/>
          <p:cNvSpPr txBox="1"/>
          <p:nvPr/>
        </p:nvSpPr>
        <p:spPr>
          <a:xfrm>
            <a:off x="68580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500" dirty="0"/>
          </a:p>
        </p:txBody>
      </p:sp>
      <p:sp>
        <p:nvSpPr>
          <p:cNvPr id="10" name="File description 2"/>
          <p:cNvSpPr txBox="1"/>
          <p:nvPr/>
        </p:nvSpPr>
        <p:spPr>
          <a:xfrm>
            <a:off x="2697480" y="24231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Styling: Arial font, centred layout, light background and an orange button.</a:t>
            </a:r>
            <a:endParaRPr lang="en-US" sz="1500" dirty="0"/>
          </a:p>
        </p:txBody>
      </p:sp>
      <p:sp>
        <p:nvSpPr>
          <p:cNvPr id="11" name="File row 3"/>
          <p:cNvSpPr/>
          <p:nvPr/>
        </p:nvSpPr>
        <p:spPr>
          <a:xfrm>
            <a:off x="457200" y="3520440"/>
            <a:ext cx="8229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ile chip 3"/>
          <p:cNvSpPr/>
          <p:nvPr/>
        </p:nvSpPr>
        <p:spPr>
          <a:xfrm>
            <a:off x="685800" y="3749040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File name 3"/>
          <p:cNvSpPr txBox="1"/>
          <p:nvPr/>
        </p:nvSpPr>
        <p:spPr>
          <a:xfrm>
            <a:off x="685800" y="3749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500" dirty="0"/>
          </a:p>
        </p:txBody>
      </p:sp>
      <p:sp>
        <p:nvSpPr>
          <p:cNvPr id="14" name="File description 3"/>
          <p:cNvSpPr txBox="1"/>
          <p:nvPr/>
        </p:nvSpPr>
        <p:spPr>
          <a:xfrm>
            <a:off x="2697480" y="35204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Behaviour: showTime() writes the current date and time into the page.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Create the S3 bucket</a:t>
            </a:r>
            <a:endParaRPr lang="en-US" sz="3200" dirty="0"/>
          </a:p>
        </p:txBody>
      </p:sp>
      <p:sp>
        <p:nvSpPr>
          <p:cNvPr id="3" name="Step badge"/>
          <p:cNvSpPr/>
          <p:nvPr/>
        </p:nvSpPr>
        <p:spPr>
          <a:xfrm>
            <a:off x="45720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number"/>
          <p:cNvSpPr txBox="1"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tep details"/>
          <p:cNvSpPr txBox="1"/>
          <p:nvPr/>
        </p:nvSpPr>
        <p:spPr>
          <a:xfrm>
            <a:off x="457200" y="2011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S3 service in the AWS Console and click Create bucket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name: q1-project-buckket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Asia Pacific (Mumbai) ap-south-1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Untick Block all public access and acknowledge</a:t>
            </a:r>
            <a:endParaRPr lang="en-US" sz="1400" dirty="0"/>
          </a:p>
        </p:txBody>
      </p:sp>
      <p:sp>
        <p:nvSpPr>
          <p:cNvPr id="6" name="Screenshot frame"/>
          <p:cNvSpPr/>
          <p:nvPr/>
        </p:nvSpPr>
        <p:spPr>
          <a:xfrm>
            <a:off x="4023360" y="1325880"/>
            <a:ext cx="4663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7" name="Screenshot frame label"/>
          <p:cNvSpPr txBox="1"/>
          <p:nvPr/>
        </p:nvSpPr>
        <p:spPr>
          <a:xfrm>
            <a:off x="4297680" y="1325880"/>
            <a:ext cx="411480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overview showing name, region and creation date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Upload the website files</a:t>
            </a:r>
            <a:endParaRPr lang="en-US" sz="3200" dirty="0"/>
          </a:p>
        </p:txBody>
      </p:sp>
      <p:sp>
        <p:nvSpPr>
          <p:cNvPr id="3" name="Step badge"/>
          <p:cNvSpPr/>
          <p:nvPr/>
        </p:nvSpPr>
        <p:spPr>
          <a:xfrm>
            <a:off x="45720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number"/>
          <p:cNvSpPr txBox="1"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Step details"/>
          <p:cNvSpPr txBox="1"/>
          <p:nvPr/>
        </p:nvSpPr>
        <p:spPr>
          <a:xfrm>
            <a:off x="457200" y="2011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bucket and click Upload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index.html, style.css and script.js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files in the bucket root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Upload to finish</a:t>
            </a:r>
            <a:endParaRPr lang="en-US" sz="1400" dirty="0"/>
          </a:p>
        </p:txBody>
      </p:sp>
      <p:sp>
        <p:nvSpPr>
          <p:cNvPr id="6" name="Screenshot frame"/>
          <p:cNvSpPr/>
          <p:nvPr/>
        </p:nvSpPr>
        <p:spPr>
          <a:xfrm>
            <a:off x="4023360" y="1325880"/>
            <a:ext cx="4663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7" name="Screenshot frame label"/>
          <p:cNvSpPr txBox="1"/>
          <p:nvPr/>
        </p:nvSpPr>
        <p:spPr>
          <a:xfrm>
            <a:off x="4297680" y="1325880"/>
            <a:ext cx="411480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tab listing the uploaded files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Enable static website hosting</a:t>
            </a:r>
            <a:endParaRPr lang="en-US" sz="3200" dirty="0"/>
          </a:p>
        </p:txBody>
      </p:sp>
      <p:sp>
        <p:nvSpPr>
          <p:cNvPr id="3" name="Step badge"/>
          <p:cNvSpPr/>
          <p:nvPr/>
        </p:nvSpPr>
        <p:spPr>
          <a:xfrm>
            <a:off x="45720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number"/>
          <p:cNvSpPr txBox="1"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Step details"/>
          <p:cNvSpPr txBox="1"/>
          <p:nvPr/>
        </p:nvSpPr>
        <p:spPr>
          <a:xfrm>
            <a:off x="457200" y="2011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Bucket, then Properties tab, then Static website hosting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Enable and Host a static website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document: index.html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changes to get the website endpoint</a:t>
            </a:r>
            <a:endParaRPr lang="en-US" sz="1400" dirty="0"/>
          </a:p>
        </p:txBody>
      </p:sp>
      <p:sp>
        <p:nvSpPr>
          <p:cNvPr id="6" name="Screenshot frame"/>
          <p:cNvSpPr/>
          <p:nvPr/>
        </p:nvSpPr>
        <p:spPr>
          <a:xfrm>
            <a:off x="4023360" y="1325880"/>
            <a:ext cx="4663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7" name="Screenshot frame label"/>
          <p:cNvSpPr txBox="1"/>
          <p:nvPr/>
        </p:nvSpPr>
        <p:spPr>
          <a:xfrm>
            <a:off x="4297680" y="1325880"/>
            <a:ext cx="411480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 hosting settings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Add the public-read bucket policy</a:t>
            </a:r>
            <a:endParaRPr lang="en-US" sz="3200" dirty="0"/>
          </a:p>
        </p:txBody>
      </p:sp>
      <p:sp>
        <p:nvSpPr>
          <p:cNvPr id="3" name="Step badge"/>
          <p:cNvSpPr/>
          <p:nvPr/>
        </p:nvSpPr>
        <p:spPr>
          <a:xfrm>
            <a:off x="45720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number"/>
          <p:cNvSpPr txBox="1"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Step details"/>
          <p:cNvSpPr txBox="1"/>
          <p:nvPr/>
        </p:nvSpPr>
        <p:spPr>
          <a:xfrm>
            <a:off x="457200" y="2011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Bucket, then Permissions tab, then Bucket policy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s3:GetObject for everyone (Principal *)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Resource: arn:aws:s3:::q1-project-buckket/*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changes</a:t>
            </a:r>
            <a:endParaRPr lang="en-US" sz="1400" dirty="0"/>
          </a:p>
        </p:txBody>
      </p:sp>
      <p:sp>
        <p:nvSpPr>
          <p:cNvPr id="6" name="Screenshot frame"/>
          <p:cNvSpPr/>
          <p:nvPr/>
        </p:nvSpPr>
        <p:spPr>
          <a:xfrm>
            <a:off x="4023360" y="1325880"/>
            <a:ext cx="4663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7" name="Screenshot frame label"/>
          <p:cNvSpPr txBox="1"/>
          <p:nvPr/>
        </p:nvSpPr>
        <p:spPr>
          <a:xfrm>
            <a:off x="4297680" y="1325880"/>
            <a:ext cx="411480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policy editor with the policy JSON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live website</a:t>
            </a:r>
            <a:endParaRPr lang="en-US" sz="3200" dirty="0"/>
          </a:p>
        </p:txBody>
      </p:sp>
      <p:sp>
        <p:nvSpPr>
          <p:cNvPr id="3" name="URL bar"/>
          <p:cNvSpPr/>
          <p:nvPr/>
        </p:nvSpPr>
        <p:spPr>
          <a:xfrm>
            <a:off x="457200" y="128016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Website URL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Open the websit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http://q1-project-buckket.s3-website.ap-south-1.amazonaws.com</a:t>
            </a:r>
            <a:endParaRPr lang="en-US" sz="1500" dirty="0"/>
          </a:p>
        </p:txBody>
      </p:sp>
      <p:sp>
        <p:nvSpPr>
          <p:cNvPr id="5" name="Screenshot card 1"/>
          <p:cNvSpPr/>
          <p:nvPr/>
        </p:nvSpPr>
        <p:spPr>
          <a:xfrm>
            <a:off x="457200" y="219456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Website screenshot 1" descr="Before clicking the button: the S3 website in the brows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0"/>
            <a:ext cx="3840480" cy="1226820"/>
          </a:xfrm>
          <a:prstGeom prst="rect">
            <a:avLst/>
          </a:prstGeom>
        </p:spPr>
      </p:pic>
      <p:sp>
        <p:nvSpPr>
          <p:cNvPr id="7" name="Screenshot caption 1"/>
          <p:cNvSpPr txBox="1"/>
          <p:nvPr/>
        </p:nvSpPr>
        <p:spPr>
          <a:xfrm>
            <a:off x="45720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clicking the button</a:t>
            </a:r>
            <a:endParaRPr lang="en-US" sz="1400" dirty="0"/>
          </a:p>
        </p:txBody>
      </p:sp>
      <p:sp>
        <p:nvSpPr>
          <p:cNvPr id="8" name="Screenshot card 2"/>
          <p:cNvSpPr/>
          <p:nvPr/>
        </p:nvSpPr>
        <p:spPr>
          <a:xfrm>
            <a:off x="4663440" y="219456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9" name="Website screenshot 2" descr="After clicking Show current time: the S3 website in the brows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286000"/>
            <a:ext cx="3840480" cy="1226820"/>
          </a:xfrm>
          <a:prstGeom prst="rect">
            <a:avLst/>
          </a:prstGeom>
        </p:spPr>
      </p:pic>
      <p:sp>
        <p:nvSpPr>
          <p:cNvPr id="10" name="Screenshot caption 2"/>
          <p:cNvSpPr txBox="1"/>
          <p:nvPr/>
        </p:nvSpPr>
        <p:spPr>
          <a:xfrm>
            <a:off x="466344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clicking Show current time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Conclusion points"/>
          <p:cNvSpPr txBox="1"/>
          <p:nvPr/>
        </p:nvSpPr>
        <p:spPr>
          <a:xfrm>
            <a:off x="457200" y="155448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website was hosted on Amazon S3 using only a bucket, three files and a policy.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 hosting serves the files at a public website endpoint.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bucket policy grants read-only access, so visitors can view but not change files.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hosting is low cost, scalable and needs no server to maintain.</a:t>
            </a:r>
            <a:endParaRPr lang="en-US" sz="1800" dirty="0"/>
          </a:p>
        </p:txBody>
      </p:sp>
      <p:sp>
        <p:nvSpPr>
          <p:cNvPr id="4" name="Thank you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3 Static Website">
  <a:themeElements>
    <a:clrScheme name="S3 Static Website">
      <a:dk1>
        <a:srgbClr val="1F2937"/>
      </a:dk1>
      <a:lt1>
        <a:srgbClr val="FFFFFF"/>
      </a:lt1>
      <a:dk2>
        <a:srgbClr val="232F3E"/>
      </a:dk2>
      <a:lt2>
        <a:srgbClr val="F2F4F7"/>
      </a:lt2>
      <a:accent1>
        <a:srgbClr val="FF9900"/>
      </a:accent1>
      <a:accent2>
        <a:srgbClr val="146EB4"/>
      </a:accent2>
      <a:accent3>
        <a:srgbClr val="2E7D32"/>
      </a:accent3>
      <a:accent4>
        <a:srgbClr val="6B7280"/>
      </a:accent4>
      <a:accent5>
        <a:srgbClr val="C2410C"/>
      </a:accent5>
      <a:accent6>
        <a:srgbClr val="0F766E"/>
      </a:accent6>
      <a:hlink>
        <a:srgbClr val="146EB4"/>
      </a:hlink>
      <a:folHlink>
        <a:srgbClr val="6B7280"/>
      </a:folHlink>
    </a:clrScheme>
    <a:fontScheme name="S3 Static Websi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Website Hosting on Amazon S3</dc:title>
  <dc:subject>PptxGenJS Presentation</dc:subject>
  <dc:creator>PptxGenJS</dc:creator>
  <cp:lastModifiedBy>PptxGenJS</cp:lastModifiedBy>
  <cp:revision>1</cp:revision>
  <dcterms:created xsi:type="dcterms:W3CDTF">2026-10-05T10:49:34Z</dcterms:created>
  <dcterms:modified xsi:type="dcterms:W3CDTF">2026-10-05T10:49:34Z</dcterms:modified>
</cp:coreProperties>
</file>