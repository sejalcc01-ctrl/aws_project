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5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5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Registration Application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Amazon EC2 and Amazon RDS (MySQL)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AWS Project Assignment, Set 1 (AWS Only)  |  Question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and AWS services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Deploy a student registration app, connect the web server to a private MySQL database securely, store records and show insertion and retrieval.</a:t>
            </a:r>
            <a:endParaRPr lang="en-US" sz="1600" dirty="0"/>
          </a:p>
        </p:txBody>
      </p:sp>
      <p:sp>
        <p:nvSpPr>
          <p:cNvPr id="4" name="card0"/>
          <p:cNvSpPr/>
          <p:nvPr/>
        </p:nvSpPr>
        <p:spPr>
          <a:xfrm>
            <a:off x="457200" y="201168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Amazon EC2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Ubuntu 24.04 web server in the public subnet running a Flask app on port 80</a:t>
            </a:r>
            <a:endParaRPr lang="en-US" sz="1400" dirty="0"/>
          </a:p>
        </p:txBody>
      </p:sp>
      <p:sp>
        <p:nvSpPr>
          <p:cNvPr id="8" name="card1"/>
          <p:cNvSpPr/>
          <p:nvPr/>
        </p:nvSpPr>
        <p:spPr>
          <a:xfrm>
            <a:off x="3291840" y="201168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224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Amazon RDS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246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MySQL database student-db in private subnets, Public access: No</a:t>
            </a:r>
            <a:endParaRPr lang="en-US" sz="1400" dirty="0"/>
          </a:p>
        </p:txBody>
      </p:sp>
      <p:sp>
        <p:nvSpPr>
          <p:cNvPr id="12" name="card2"/>
          <p:cNvSpPr/>
          <p:nvPr/>
        </p:nvSpPr>
        <p:spPr>
          <a:xfrm>
            <a:off x="6126480" y="201168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22402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VPC and security groups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246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my-web-vpc, web-sg and db-sg: MySQL 3306 allowed only from web-sg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5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pic>
        <p:nvPicPr>
          <p:cNvPr id="3" name="Image 0" descr="/home/claude/q3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5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summary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Private subnets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10.0.2.0/24 (1a) and 10.0.3.0/24 (1b), no route to the Internet Gateway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db-sg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MySQL/Aurora, TCP 3306, source = web-sg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DB subnet group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student-db-subnet-group in my-web-vpc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RDS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student-db, MySQL 8.4, database studentdb, Public access: No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Credentials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/etc/student-app.env, permission 600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Application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Flask + PyMySQL, systemd service student-app, port 80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5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Subnets: public and two private</a:t>
            </a:r>
            <a:endParaRPr lang="en-US" sz="3000" dirty="0"/>
          </a:p>
        </p:txBody>
      </p:sp>
      <p:pic>
        <p:nvPicPr>
          <p:cNvPr id="3" name="Image 0" descr="/home/claude/q3/screenshots/03_subnets_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5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subnet group</a:t>
            </a:r>
            <a:endParaRPr lang="en-US" sz="3000" dirty="0"/>
          </a:p>
        </p:txBody>
      </p:sp>
      <p:pic>
        <p:nvPicPr>
          <p:cNvPr id="3" name="Image 0" descr="/home/claude/q3/screenshots/04_db_subnet_gro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5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db-sg: MySQL 3306 from web-sg</a:t>
            </a:r>
            <a:endParaRPr lang="en-US" sz="3000" dirty="0"/>
          </a:p>
        </p:txBody>
      </p:sp>
      <p:pic>
        <p:nvPicPr>
          <p:cNvPr id="3" name="Image 0" descr="/home/claude/q3/screenshots/05_db_sg_inbound_ru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5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web-sg inbound rules</a:t>
            </a:r>
            <a:endParaRPr lang="en-US" sz="3000" dirty="0"/>
          </a:p>
        </p:txBody>
      </p:sp>
      <p:pic>
        <p:nvPicPr>
          <p:cNvPr id="3" name="Image 0" descr="/home/claude/q3/screenshots/06_web_sg_inbound_ru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5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web-sg SSH rule</a:t>
            </a:r>
            <a:endParaRPr lang="en-US" sz="3000" dirty="0"/>
          </a:p>
        </p:txBody>
      </p:sp>
      <p:pic>
        <p:nvPicPr>
          <p:cNvPr id="3" name="Image 0" descr="/home/claude/q3/screenshots/10_web_sg_ssh_ru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5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student-app service running</a:t>
            </a:r>
            <a:endParaRPr lang="en-US" sz="3000" dirty="0"/>
          </a:p>
        </p:txBody>
      </p:sp>
      <p:pic>
        <p:nvPicPr>
          <p:cNvPr id="3" name="Image 0" descr="/home/claude/q3/screenshots/07_student_app_service_stat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5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form</a:t>
            </a:r>
            <a:endParaRPr lang="en-US" sz="3000" dirty="0"/>
          </a:p>
        </p:txBody>
      </p:sp>
      <p:pic>
        <p:nvPicPr>
          <p:cNvPr id="3" name="Image 0" descr="/home/claude/q3/screenshots/08_registration_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5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Insertion and retrieval in the web page</a:t>
            </a:r>
            <a:endParaRPr lang="en-US" sz="3000" dirty="0"/>
          </a:p>
        </p:txBody>
      </p:sp>
      <p:pic>
        <p:nvPicPr>
          <p:cNvPr id="3" name="Image 0" descr="/home/claude/q3/screenshots/09_registered_stud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5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read from RDS on the EC2 prompt</a:t>
            </a:r>
            <a:endParaRPr lang="en-US" sz="3000" dirty="0"/>
          </a:p>
        </p:txBody>
      </p:sp>
      <p:pic>
        <p:nvPicPr>
          <p:cNvPr id="3" name="Image 0" descr="/home/claude/q3/screenshots/11_select_students_ec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5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results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 EC2 public IP over HTTP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Form and empty table loaded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Register 3 students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Each record saved and listed in the table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Reload the page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 3 records returned from RDS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SELECT * FROM students on EC2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 3 rows read directly from the database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The app on EC2 stores and retrieves student records in a private RDS MySQL database that only web-sg can reach.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5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Q3">
  <a:themeElements>
    <a:clrScheme name="AWS Q3">
      <a:dk1>
        <a:srgbClr val="232F3E"/>
      </a:dk1>
      <a:lt1>
        <a:srgbClr val="FFFFFF"/>
      </a:lt1>
      <a:dk2>
        <a:srgbClr val="37475A"/>
      </a:dk2>
      <a:lt2>
        <a:srgbClr val="F4F6F8"/>
      </a:lt2>
      <a:accent1>
        <a:srgbClr val="FF9900"/>
      </a:accent1>
      <a:accent2>
        <a:srgbClr val="146EB4"/>
      </a:accent2>
      <a:accent3>
        <a:srgbClr val="2E7D32"/>
      </a:accent3>
      <a:accent4>
        <a:srgbClr val="D13212"/>
      </a:accent4>
      <a:accent5>
        <a:srgbClr val="879596"/>
      </a:accent5>
      <a:accent6>
        <a:srgbClr val="5A30B5"/>
      </a:accent6>
      <a:hlink>
        <a:srgbClr val="146EB4"/>
      </a:hlink>
      <a:folHlink>
        <a:srgbClr val="5A30B5"/>
      </a:folHlink>
    </a:clrScheme>
    <a:fontScheme name="AWS Q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Student Registration on EC2 + RDS</dc:title>
  <dc:subject>PptxGenJS Presentation</dc:subject>
  <dc:creator>PptxGenJS</dc:creator>
  <cp:lastModifiedBy>PptxGenJS</cp:lastModifiedBy>
  <cp:revision>1</cp:revision>
  <dcterms:created xsi:type="dcterms:W3CDTF">2026-10-05T18:45:44Z</dcterms:created>
  <dcterms:modified xsi:type="dcterms:W3CDTF">2026-10-05T18:45:44Z</dcterms:modified>
</cp:coreProperties>
</file>